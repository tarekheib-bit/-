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הדרכת צוות - נהלי קליניקה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קליניקת אֵלָה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קבלת לקוחה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חיוך וקשר עין</a:t>
            </a:r>
          </a:p>
          <a:p>
            <a:pPr>
              <a:defRPr sz="2000"/>
            </a:pPr>
            <a:r>
              <a:t>מילוי שאלון בריאות</a:t>
            </a:r>
          </a:p>
          <a:p>
            <a:pPr>
              <a:defRPr sz="2000"/>
            </a:pPr>
            <a:r>
              <a:t>הצעת משקה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במהלך הטיפול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הסבר כל שלב</a:t>
            </a:r>
          </a:p>
          <a:p>
            <a:pPr>
              <a:defRPr sz="2000"/>
            </a:pPr>
            <a:r>
              <a:t>בדיקת תחושת הלקוחה</a:t>
            </a:r>
          </a:p>
          <a:p>
            <a:pPr>
              <a:defRPr sz="2000"/>
            </a:pPr>
            <a:r>
              <a:t>שמירה על היגיינה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מכירה ושימור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המלצה על מוצר מתאים</a:t>
            </a:r>
          </a:p>
          <a:p>
            <a:pPr>
              <a:defRPr sz="2000"/>
            </a:pPr>
            <a:r>
              <a:t>תיאום תור המשך</a:t>
            </a:r>
          </a:p>
          <a:p>
            <a:pPr>
              <a:defRPr sz="2000"/>
            </a:pPr>
            <a:r>
              <a:t>הצטרפות למועדון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בטיחות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סטריליזציה של ציוד</a:t>
            </a:r>
          </a:p>
          <a:p>
            <a:pPr>
              <a:defRPr sz="2000"/>
            </a:pPr>
            <a:r>
              <a:t>טיפול בתגובות עור</a:t>
            </a:r>
          </a:p>
          <a:p>
            <a:pPr>
              <a:defRPr sz="2000"/>
            </a:pPr>
            <a:r>
              <a:t>תיעוד במערכת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