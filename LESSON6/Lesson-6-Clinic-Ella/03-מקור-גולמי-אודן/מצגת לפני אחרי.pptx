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תיק עבודות - לפני / אחרי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טיוטה להצגה ללקוחות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טיפולי אקנה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 טיפולים</a:t>
            </a:r>
          </a:p>
          <a:p>
            <a:pPr>
              <a:defRPr sz="2000"/>
            </a:pPr>
            <a:r>
              <a:t>שיפור ניכר במרקם העור</a:t>
            </a:r>
          </a:p>
          <a:p>
            <a:pPr>
              <a:defRPr sz="2000"/>
            </a:pPr>
            <a:r>
              <a:t>צמצום פצעונים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אנטי-אייג'ינג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סדרת 5 טיפולים</a:t>
            </a:r>
          </a:p>
          <a:p>
            <a:pPr>
              <a:defRPr sz="2000"/>
            </a:pPr>
            <a:r>
              <a:t>מילוי קמטוטים</a:t>
            </a:r>
          </a:p>
          <a:p>
            <a:pPr>
              <a:defRPr sz="2000"/>
            </a:pPr>
            <a:r>
              <a:t>מראה רענן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הסרת שיער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6 טיפולים</a:t>
            </a:r>
          </a:p>
          <a:p>
            <a:pPr>
              <a:defRPr sz="2000"/>
            </a:pPr>
            <a:r>
              <a:t>הפחתת שיער של 80%+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