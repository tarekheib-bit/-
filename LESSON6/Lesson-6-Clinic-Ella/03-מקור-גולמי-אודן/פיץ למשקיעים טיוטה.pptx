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אלה טיפוח בע"מ — הזדמנות השקעה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טיוטה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השוק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שוק האסתטיקה בישראל בצמיחה</a:t>
            </a:r>
          </a:p>
          <a:p>
            <a:pPr>
              <a:defRPr sz="2000"/>
            </a:pPr>
            <a:r>
              <a:t>ביקוש גובר לטיפולים לא-פולשניים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המספרים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הכנסה שנתית גדלה</a:t>
            </a:r>
          </a:p>
          <a:p>
            <a:pPr>
              <a:defRPr sz="2000"/>
            </a:pPr>
            <a:r>
              <a:t>מרווח גולמי גבוה</a:t>
            </a:r>
          </a:p>
          <a:p>
            <a:pPr>
              <a:defRPr sz="2000"/>
            </a:pPr>
            <a:r>
              <a:t>לקוחות חוזרים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התוכנית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סניף שני</a:t>
            </a:r>
          </a:p>
          <a:p>
            <a:pPr>
              <a:defRPr sz="2000"/>
            </a:pPr>
            <a:r>
              <a:t>הרחבת צוות</a:t>
            </a:r>
          </a:p>
          <a:p>
            <a:pPr>
              <a:defRPr sz="2000"/>
            </a:pPr>
            <a:r>
              <a:t>מיתוג מחדש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