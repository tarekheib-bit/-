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קליניקת אֵלָה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טיפולי פנים מתקדמים | הרצליה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הטיפולים שלנו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ניקוי פנים עמוק — 380 ₪</a:t>
            </a:r>
          </a:p>
          <a:p>
            <a:pPr>
              <a:defRPr sz="2000"/>
            </a:pPr>
            <a:r>
              <a:t>פילינג כימי — 540 ₪</a:t>
            </a:r>
          </a:p>
          <a:p>
            <a:pPr>
              <a:defRPr sz="2000"/>
            </a:pPr>
            <a:r>
              <a:t>טיפול אנטי-אייג'ינג — 720 ₪</a:t>
            </a:r>
          </a:p>
          <a:p>
            <a:pPr>
              <a:defRPr sz="2000"/>
            </a:pPr>
            <a:r>
              <a:t>הסרת שיער בלייזר - פנים — 250 ₪</a:t>
            </a:r>
          </a:p>
          <a:p>
            <a:pPr>
              <a:defRPr sz="2000"/>
            </a:pPr>
            <a:r>
              <a:t>הסרת שיער בלייזר - גוף מלא — 890 ₪</a:t>
            </a:r>
          </a:p>
          <a:p>
            <a:pPr>
              <a:defRPr sz="2000"/>
            </a:pPr>
            <a:r>
              <a:t>מזותרפיה — 650 ₪</a:t>
            </a:r>
          </a:p>
          <a:p>
            <a:pPr>
              <a:defRPr sz="2000"/>
            </a:pPr>
            <a:r>
              <a:t>רדיו תדר (RF) — 600 ₪</a:t>
            </a:r>
          </a:p>
          <a:p>
            <a:pPr>
              <a:defRPr sz="2000"/>
            </a:pPr>
            <a:r>
              <a:t>עיסוי פנים אנטי-אייג'ינג — 320 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למה אלה?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15 שנות ניסיון</a:t>
            </a:r>
          </a:p>
          <a:p>
            <a:pPr>
              <a:defRPr sz="2000"/>
            </a:pPr>
            <a:r>
              <a:t>טכנולוגיה עדכנית</a:t>
            </a:r>
          </a:p>
          <a:p>
            <a:pPr>
              <a:defRPr sz="2000"/>
            </a:pPr>
            <a:r>
              <a:t>יחס אישי</a:t>
            </a:r>
          </a:p>
          <a:p>
            <a:pPr>
              <a:defRPr sz="2000"/>
            </a:pPr>
            <a:r>
              <a:t>תוצאות מוכחות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צרו קשר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09-7654321</a:t>
            </a:r>
          </a:p>
          <a:p>
            <a:pPr>
              <a:defRPr sz="2000"/>
            </a:pPr>
            <a:r>
              <a:t>סוקולוב 28, הרצליה</a:t>
            </a:r>
          </a:p>
          <a:p>
            <a:pPr>
              <a:defRPr sz="2000"/>
            </a:pPr>
            <a:r>
              <a:t>ייעוץ ראשוני ללא עלות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